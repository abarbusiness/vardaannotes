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2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86DEA-A89D-5EC5-249A-192C9867F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C5974-DB99-FC26-F06D-CB4D8E83A0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01F86-34DA-2D93-4CB5-864C8BB8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5F3AC-7AE0-72F5-D7A8-51D9B11B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EFD2B-CC90-CF8E-F559-873398A16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3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B1E68-E49A-EB96-34B0-B08D8BA7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933A2-E23A-70C2-8097-AB658D946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F30E6-DDF9-E290-3DE9-49C6DB7A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F6AE8-6C29-4A7D-4024-69254A46D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8B5C1-FDAB-F930-4005-1F07679F2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11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128A-8E9B-6FA2-799B-5C8EBFDC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A6E4A-34FC-0807-6DA2-E6C0B693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07101-6E26-7E26-B819-AF62C4D2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EBCCB-B921-8054-4B2B-90D6425A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8F8B2-B834-4822-68B2-7CF1B86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91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7D084-F738-FDBF-8C08-D1F0373D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114E3-6854-CB0F-FE41-F6D28185C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09A04-1628-72A1-9AC3-2B6E7B07D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F782E-1E0D-31FA-C171-94152283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3E6AB-7DAB-0ACA-B22C-9923AF3F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3968D-2BCB-A7B5-B046-5D7E9951B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02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CAA0-93D3-F015-1E15-AE4A06E71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58B5B-9223-5FB7-CFE1-1598F1CC7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E1BD0-F8BB-383E-8FEC-97B72CB6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64793C-2234-F699-EEC4-A218E120A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B9F33-7B7D-3399-1BE7-1089C9E31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FBA26-6C2E-7E38-2F13-B0A49B8EE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060AD-AE91-3E1A-E033-EC1361B1E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239AE2-B30F-2586-2AF1-901A9BE6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425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172B-70BC-7B55-20D0-84262CF7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AFAF0-5E75-E406-E8EC-1E9081BD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584E8-06E8-ADFD-BE65-F6E6277C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7901D6-DDFA-325A-FBD8-F1E5D90F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11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35515-2631-7554-FAE7-B48D5A2D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BD3E4-AAE6-6919-3398-45CCE00FF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F61F0-A123-71F0-E931-4EFD66684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10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22B29-E229-93D4-7FC5-1C51E82D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11182-6CED-8EBC-219E-FBE0E6FFE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045F6-A573-8680-B48C-7353BFBDE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302C-EA6F-2327-74AC-5F7A93EA7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5B3DF-8C84-9E78-A45B-1529794E0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58858-3C5B-A966-71F7-745A4A9B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24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8D474-5090-764D-A489-5C3945390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D0BC5-6CBB-5B89-5CB0-6B6B77E2C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14983-4F13-B3A8-8947-109462171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D8085-E0A8-07F9-AB50-729EDE2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45B2C-C896-7E17-50CE-67667131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5C5DB-9A3B-D257-8C65-0A77D0D3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045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5FD5F-B429-87A0-091F-372584B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C9825-CF51-0EA1-E38E-B6FE01682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9B17F-4BF6-41BA-A4BC-3BECB1DA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ABBA-F495-7966-F6C6-5B93D4B8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1B0F-667B-7381-6A3F-41303639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92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41FB8-BEA9-976F-1CFA-8457A7829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B261C6-896C-8751-6FD4-AEDF1DA43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518E1-FD75-9CA2-BA20-BD1C2CDDF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000DF-5F5B-6535-3095-CB7A24FE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20C14-1636-3D16-8685-FCDB6D24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391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EBC3-AF77-9E85-74BF-DC937210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B9574-3710-557D-6825-FC1B133D6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BC8B2-C6C9-4A12-E23D-9923196E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F2F74-D579-63B9-A1EA-36B333DF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A4AD5-0AD6-B0BC-956F-5FBFD7A5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70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98CB8E-86A5-6DA8-ED0E-125B5F35B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71DAE-7488-E6CC-E27D-A68536839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ECB4C-FBA9-1D2F-81EB-AF92973E1D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F0F94-2522-4171-9591-8A648B52BA7A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BD97D-22A3-C8F9-C19C-2DFD06CF4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DF423-709B-8895-F800-978C319BB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0027-62AD-4E64-BEF0-1DB6F742B7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57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849D-0E8A-B6AB-361E-C957DBD80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CHAPTER 10: ELECTROMAGNETISM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61722-380F-9F71-A06C-05AD68A0E7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Master Classroom Lecture &amp; Concept Deck</a:t>
            </a:r>
          </a:p>
          <a:p>
            <a:r>
              <a:rPr lang="en-US"/>
              <a:t>Vardaan Learning Institute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34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7477-3A75-55F3-8AB5-546A74E1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Oersted's Historic Experiment (1820)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438C8-63D9-D6F0-AACB-5FC289902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Electric current produces a surrounding magnetic field.</a:t>
            </a:r>
          </a:p>
          <a:p>
            <a:r>
              <a:rPr lang="en-US"/>
              <a:t>SNOW Rule: Current South to North Over needle -&gt; North pole deflects West.</a:t>
            </a:r>
          </a:p>
          <a:p>
            <a:r>
              <a:rPr lang="en-US"/>
              <a:t>Reversing current reverses magnetic deflection direction.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59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3EF6-7F1E-33F1-BF0F-6A240E72F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Properties of Magnetic Field Lines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321CE-9B10-79ED-C3A3-D8339E54C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Continuous closed loops from North to South outside magnet.</a:t>
            </a:r>
          </a:p>
          <a:p>
            <a:r>
              <a:rPr lang="en-US"/>
              <a:t>Tangent at any point gives the magnetic field direction.</a:t>
            </a:r>
          </a:p>
          <a:p>
            <a:r>
              <a:rPr lang="en-US"/>
              <a:t>Two field lines NEVER intersect (avoids two directions at one point).</a:t>
            </a:r>
          </a:p>
          <a:p>
            <a:r>
              <a:rPr lang="en-US"/>
              <a:t>Neutral Points: Resultant field is zero where wire field cancels Earth's BH.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52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0E3B-B31E-4AA4-90DB-197CFCA69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Straight Conductor &amp; Thumb Rule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D96FF-9548-713F-24AA-84CF5124E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Concentric circular field lines in planes perpendicular to the wire.</a:t>
            </a:r>
          </a:p>
          <a:p>
            <a:r>
              <a:rPr lang="en-US"/>
              <a:t>Field strength B is proportional to Current (I) and inversely to distance (r).</a:t>
            </a:r>
          </a:p>
          <a:p>
            <a:r>
              <a:rPr lang="en-US"/>
              <a:t>Right-Hand Thumb Rule: Thumb along current -&gt; curled fingers give field direction.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599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EA8B6-A391-2138-D6A8-777D95748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Circular Loop &amp; Clock Face Rule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EDFAB-C7AB-7F70-693C-B631DB43D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Concentric circular lines near wire segments; straight and uniform at the center.</a:t>
            </a:r>
          </a:p>
          <a:p>
            <a:r>
              <a:rPr lang="en-US"/>
              <a:t>Clock Face Rule: Clockwise current = South Pole (S) | Anticlockwise = North Pole (N).</a:t>
            </a:r>
          </a:p>
          <a:p>
            <a:r>
              <a:rPr lang="en-US"/>
              <a:t>Central field strength B is proportional to N * I / (2 * r).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21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9EB6-A351-8E00-7492-CB1AC91A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Magnetic Field in a Solenoid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77617-598C-9DF6-59F1-12A8B479A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Helical coil carrying current behaves exactly like a permanent bar magnet.</a:t>
            </a:r>
          </a:p>
          <a:p>
            <a:r>
              <a:rPr lang="en-US"/>
              <a:t>Interior field lines are straight, parallel, and densely packed (Uniform Field).</a:t>
            </a:r>
          </a:p>
          <a:p>
            <a:r>
              <a:rPr lang="en-US"/>
              <a:t>Strength factors: turns per unit length (n), current (I), soft iron core.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21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238C-EA0E-E14F-130C-74F47A5DB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6. Electromagnets vs Permanent Magnets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063E8-4CB8-57FE-36AB-72EBB0251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Electromagnet: Temporary magnet on a high-permeability soft iron core.</a:t>
            </a:r>
          </a:p>
          <a:p>
            <a:r>
              <a:rPr lang="en-US"/>
              <a:t>Soft iron loses magnetism instantly (low retentivity/coercivity); steel retains it.</a:t>
            </a:r>
          </a:p>
          <a:p>
            <a:r>
              <a:rPr lang="en-US"/>
              <a:t>U-shaped core brings poles together for high magnetic flux concentration.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45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95583-7CC9-3817-A1BA-7A652331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7. The Electric Bell Assembly &amp; Cycle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6061C-399D-9149-FFA0-7E0409CD4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Components: U-shaped electromagnet, soft iron armature, flat spring, hammer, gong, contact screw.</a:t>
            </a:r>
          </a:p>
          <a:p>
            <a:r>
              <a:rPr lang="en-IN"/>
              <a:t>Working: Current magnetizes core -&gt; attracts armature -&gt; hammer strikes gong -&gt; breaks contact -&gt; repeats.</a:t>
            </a:r>
          </a:p>
        </p:txBody>
      </p:sp>
    </p:spTree>
    <p:extLst>
      <p:ext uri="{BB962C8B-B14F-4D97-AF65-F5344CB8AC3E}">
        <p14:creationId xmlns:p14="http://schemas.microsoft.com/office/powerpoint/2010/main" val="89483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96C6-3F58-CFD2-ABCB-6E98A5CC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8. Force on Conductor (Lorentz Force)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43139-4A0E-85DA-A361-BD3B96F4C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Lorentz Force: F = I * L * B * sin(theta). Maximum at 90 deg; zero parallel to field.</a:t>
            </a:r>
          </a:p>
          <a:p>
            <a:r>
              <a:rPr lang="en-IN"/>
              <a:t>Kicking Wire Experiment demonstrates mechanical force on conductor in magnetic field.</a:t>
            </a:r>
          </a:p>
        </p:txBody>
      </p:sp>
    </p:spTree>
    <p:extLst>
      <p:ext uri="{BB962C8B-B14F-4D97-AF65-F5344CB8AC3E}">
        <p14:creationId xmlns:p14="http://schemas.microsoft.com/office/powerpoint/2010/main" val="3416102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228A-875A-D0D0-D8EF-D7F437F2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Fleming's Left-Hand Rule &amp; DC Motor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AE583-B1AA-4667-7AA1-3E4114EA2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Left-Hand Rule: Thumb = Motion (F), Forefinger = Field (B), Middle Finger = Current (I).</a:t>
            </a:r>
          </a:p>
          <a:p>
            <a:r>
              <a:rPr lang="en-US"/>
              <a:t>DC Motor converts Electrical Energy into Mechanical (Rotational) Energy.</a:t>
            </a:r>
          </a:p>
          <a:p>
            <a:r>
              <a:rPr lang="en-US"/>
              <a:t>Split-Ring Commutator reverses current every 180 degrees to maintain unidirectional rotation.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42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AEBE2-D33C-4626-8B8F-BE2DD909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10. Faraday's Laws of Induction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60A0D-F99E-6A45-9790-F94B76747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Electromagnetic Induction: Induced EMF produced when magnetic flux changes with time.</a:t>
            </a:r>
          </a:p>
          <a:p>
            <a:r>
              <a:rPr lang="en-US"/>
              <a:t>Faraday's Law: e = -N * (delta Phi / delta t).</a:t>
            </a:r>
          </a:p>
          <a:p>
            <a:r>
              <a:rPr lang="en-US"/>
              <a:t>Lenz's Law: Induced current opposes the cause producing it (Conservation of Energy).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508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C859E-5F5E-ABD1-DCE5-F598C832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11. AC Generator (Alternator) &amp; AC Wave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1BFF-D926-35B3-301C-702B5EA4C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AC Generator converts Mechanical Energy into Alternating Current.</a:t>
            </a:r>
          </a:p>
          <a:p>
            <a:r>
              <a:rPr lang="en-IN"/>
              <a:t>Continuous Slip Rings (R1, R2) output sinusoidal AC.</a:t>
            </a:r>
          </a:p>
          <a:p>
            <a:r>
              <a:rPr lang="en-IN"/>
              <a:t>Indian Household Supply: 220 V RMS, 50 Hz frequency, 100 reversals per second.</a:t>
            </a:r>
          </a:p>
        </p:txBody>
      </p:sp>
    </p:spTree>
    <p:extLst>
      <p:ext uri="{BB962C8B-B14F-4D97-AF65-F5344CB8AC3E}">
        <p14:creationId xmlns:p14="http://schemas.microsoft.com/office/powerpoint/2010/main" val="117416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3CAD7-AB67-9FC4-21F7-02FB37B41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12. Transformers (Step-Up &amp; Step-Down)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1A13F-E3BE-D171-6F89-64DA1FED4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Principle: Mutual Induction between Primary (P) and Secondary (S) coils.</a:t>
            </a:r>
          </a:p>
          <a:p>
            <a:r>
              <a:rPr lang="en-IN"/>
              <a:t>Step-Up: Vs &gt; Vp, Ns &gt; Np, Is &lt; Ip (thick primary wire, thin secondary wire).</a:t>
            </a:r>
          </a:p>
          <a:p>
            <a:r>
              <a:rPr lang="en-IN"/>
              <a:t>Step-Down: Vs &lt; Vp, Ns &lt; Np, Is &gt; Ip (thin primary wire, thick secondary wire).</a:t>
            </a:r>
          </a:p>
          <a:p>
            <a:r>
              <a:rPr lang="en-IN"/>
              <a:t>Laminated silicon steel core prevents eddy current heat losses.</a:t>
            </a:r>
          </a:p>
        </p:txBody>
      </p:sp>
    </p:spTree>
    <p:extLst>
      <p:ext uri="{BB962C8B-B14F-4D97-AF65-F5344CB8AC3E}">
        <p14:creationId xmlns:p14="http://schemas.microsoft.com/office/powerpoint/2010/main" val="2715384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9AC1-5E36-7BD1-5B94-AC4C398D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13. Quick Revision Formula Matrix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31918-C441-CE5F-9188-8A2407BDB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Transformation Ratio: Vs / Vp = Ns / Np = Ip / Is = n</a:t>
            </a:r>
          </a:p>
          <a:p>
            <a:r>
              <a:rPr lang="en-IN"/>
              <a:t>Power: Pin = Vp * Ip, Pout = Vs * Is | Efficiency: (Pout / Pin) * 100%</a:t>
            </a:r>
          </a:p>
          <a:p>
            <a:r>
              <a:rPr lang="en-IN"/>
              <a:t>Motor = Left-Hand Rule | Generator = Right-Hand Rule | Transformer = Mutual Induction</a:t>
            </a:r>
          </a:p>
        </p:txBody>
      </p:sp>
    </p:spTree>
    <p:extLst>
      <p:ext uri="{BB962C8B-B14F-4D97-AF65-F5344CB8AC3E}">
        <p14:creationId xmlns:p14="http://schemas.microsoft.com/office/powerpoint/2010/main" val="246260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CHAPTER 10: ELECTROMAGNETISM</vt:lpstr>
      <vt:lpstr>1. Oersted's Historic Experiment (1820)</vt:lpstr>
      <vt:lpstr>2. Properties of Magnetic Field Lines</vt:lpstr>
      <vt:lpstr>3. Straight Conductor &amp; Thumb Rule</vt:lpstr>
      <vt:lpstr>4. Circular Loop &amp; Clock Face Rule</vt:lpstr>
      <vt:lpstr>5. Magnetic Field in a Solenoid</vt:lpstr>
      <vt:lpstr>6. Electromagnets vs Permanent Magnets</vt:lpstr>
      <vt:lpstr>7. The Electric Bell Assembly &amp; Cycle</vt:lpstr>
      <vt:lpstr>8. Force on Conductor (Lorentz Force)</vt:lpstr>
      <vt:lpstr>9. Fleming's Left-Hand Rule &amp; DC Motor</vt:lpstr>
      <vt:lpstr>10. Faraday's Laws of Induction</vt:lpstr>
      <vt:lpstr>11. AC Generator (Alternator) &amp; AC Wave</vt:lpstr>
      <vt:lpstr>12. Transformers (Step-Up &amp; Step-Down)</vt:lpstr>
      <vt:lpstr>13. Quick Revision Formula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Raj Sharma</dc:creator>
  <cp:lastModifiedBy>Ankit Raj Sharma</cp:lastModifiedBy>
  <cp:revision>1</cp:revision>
  <dcterms:created xsi:type="dcterms:W3CDTF">2026-08-17T21:53:55Z</dcterms:created>
  <dcterms:modified xsi:type="dcterms:W3CDTF">2026-08-17T21:53:55Z</dcterms:modified>
</cp:coreProperties>
</file>